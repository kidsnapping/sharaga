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88085"/>
            <a:ext cx="9144000" cy="1127760"/>
          </a:xfrm>
        </p:spPr>
        <p:txBody>
          <a:bodyPr>
            <a:normAutofit fontScale="90000"/>
          </a:bodyPr>
          <a:lstStyle/>
          <a:p>
            <a:r>
              <a:rPr lang="ru-RU" altLang="en-US" spc="-1">
                <a:latin typeface="Arial"/>
                <a:sym typeface="+mn-ea"/>
              </a:rPr>
              <a:t>Сортировка выбором</a:t>
            </a:r>
            <a:endParaRPr lang="ru-RU" altLang="en-US" b="0" strike="noStrike" spc="-1"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4333240" y="6254115"/>
            <a:ext cx="3525520" cy="462915"/>
          </a:xfrm>
        </p:spPr>
        <p:txBody>
          <a:bodyPr/>
          <a:lstStyle/>
          <a:p>
            <a:pPr algn="just"/>
            <a:r>
              <a:rPr lang="ru-RU" altLang="zh-CN"/>
              <a:t>Микрюков Макар ИКБО 11-25</a:t>
            </a:r>
            <a:endParaRPr lang="ru-RU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История возникновения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2400"/>
              <a:t>Алгоритм относится к числу базовых алгоритмов сортировки.</a:t>
            </a:r>
            <a:endParaRPr lang="ru-RU" altLang="en-US" sz="2400"/>
          </a:p>
          <a:p>
            <a:endParaRPr lang="ru-RU" altLang="en-US" sz="2400"/>
          </a:p>
          <a:p>
            <a:r>
              <a:rPr lang="ru-RU" altLang="en-US" sz="2400"/>
              <a:t>Впервые описан в рамках ранних исследований алгоритмов в середине 20 века.</a:t>
            </a:r>
            <a:endParaRPr lang="ru-RU" altLang="en-US" sz="2400"/>
          </a:p>
          <a:p>
            <a:pPr marL="0" indent="0">
              <a:buNone/>
            </a:pPr>
            <a:endParaRPr lang="ru-RU" altLang="en-US" sz="2400"/>
          </a:p>
          <a:p>
            <a:r>
              <a:rPr lang="ru-RU" altLang="en-US" sz="2400"/>
              <a:t>Обычно используется в качестве обучающего примера из за своей простоты и понятности.</a:t>
            </a:r>
            <a:endParaRPr lang="ru-RU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78765"/>
            <a:ext cx="10515600" cy="1325563"/>
          </a:xfrm>
        </p:spPr>
        <p:txBody>
          <a:bodyPr/>
          <a:p>
            <a:r>
              <a:rPr lang="en-US"/>
              <a:t>Объяснение на пальцах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89013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2400">
                <a:solidFill>
                  <a:schemeClr val="tx1"/>
                </a:solidFill>
              </a:rPr>
              <a:t>1) Алгоритм проходит по массиву и ищет самый маленький элемент во всей неотсортированной части.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chemeClr val="tx1"/>
                </a:solidFill>
              </a:rPr>
              <a:t>2) Когда минимальный элемент найден, он меняется местами с элементом, который стоит в текущей позиции (обычно — с i-ым элементом).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chemeClr val="tx1"/>
                </a:solidFill>
              </a:rPr>
              <a:t>3) Затем граница «отсортированной части» смещается вперёд на один элемент.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chemeClr val="tx1"/>
                </a:solidFill>
              </a:rPr>
              <a:t>4) Алгоритм снова ищет минимальный элемент среди оставшихся, и повторяет процесс.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chemeClr val="tx1"/>
                </a:solidFill>
              </a:rPr>
              <a:t>5) Так продолжается до тех пор, пока массив не станет полностью отсортирован.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Реализация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6690" y="1584325"/>
            <a:ext cx="6603365" cy="46259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585595" y="20396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ru-RU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647700" y="1584325"/>
            <a:ext cx="444690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/>
              <a:t>Функция проходит по массиву, находит минимальный элемент в оставшейся части и меняет его местами с текущим элементом. Процесс повторяется для каждой позиции.</a:t>
            </a:r>
            <a:endParaRPr 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Временная сложность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647700" y="2258060"/>
            <a:ext cx="835533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3600">
                <a:solidFill>
                  <a:schemeClr val="tx1"/>
                </a:solidFill>
                <a:sym typeface="+mn-ea"/>
              </a:rPr>
              <a:t>Selection Sort — O(n²)</a:t>
            </a:r>
            <a:endParaRPr sz="3600">
              <a:solidFill>
                <a:schemeClr val="tx1"/>
              </a:solidFill>
              <a:sym typeface="+mn-ea"/>
            </a:endParaRPr>
          </a:p>
          <a:p>
            <a:r>
              <a:rPr sz="3600">
                <a:solidFill>
                  <a:schemeClr val="tx1"/>
                </a:solidFill>
                <a:sym typeface="+mn-ea"/>
              </a:rPr>
              <a:t>Bubble Sort — O(n²)</a:t>
            </a:r>
            <a:endParaRPr sz="3600">
              <a:solidFill>
                <a:schemeClr val="tx1"/>
              </a:solidFill>
              <a:sym typeface="+mn-ea"/>
            </a:endParaRPr>
          </a:p>
          <a:p>
            <a:r>
              <a:rPr sz="3600">
                <a:solidFill>
                  <a:schemeClr val="tx1"/>
                </a:solidFill>
                <a:sym typeface="+mn-ea"/>
              </a:rPr>
              <a:t>Insertion Sort — O(n²)</a:t>
            </a:r>
            <a:endParaRPr sz="3600">
              <a:solidFill>
                <a:schemeClr val="tx1"/>
              </a:solidFill>
              <a:sym typeface="+mn-ea"/>
            </a:endParaRPr>
          </a:p>
          <a:p>
            <a:r>
              <a:rPr sz="3600">
                <a:solidFill>
                  <a:schemeClr val="tx1"/>
                </a:solidFill>
                <a:sym typeface="+mn-ea"/>
              </a:rPr>
              <a:t>Quick Sort — O(n log n)</a:t>
            </a:r>
            <a:endParaRPr sz="3600">
              <a:solidFill>
                <a:schemeClr val="tx1"/>
              </a:solidFill>
              <a:sym typeface="+mn-ea"/>
            </a:endParaRPr>
          </a:p>
          <a:p>
            <a:r>
              <a:rPr sz="3600">
                <a:solidFill>
                  <a:schemeClr val="tx1"/>
                </a:solidFill>
                <a:sym typeface="+mn-ea"/>
              </a:rPr>
              <a:t>Merge Sort — O(n log n)</a:t>
            </a:r>
            <a:endParaRPr lang="en-US" sz="36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</Words>
  <Application>WPS Presentation</Application>
  <PresentationFormat>宽屏</PresentationFormat>
  <Paragraphs>32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DejaVu Sans</vt:lpstr>
      <vt:lpstr>Arial</vt:lpstr>
      <vt:lpstr>Arial Black</vt:lpstr>
      <vt:lpstr>Microsoft YaHei</vt:lpstr>
      <vt:lpstr>Droid Sans Fallback</vt:lpstr>
      <vt:lpstr>Arial Unicode MS</vt:lpstr>
      <vt:lpstr>SimSun</vt:lpstr>
      <vt:lpstr>OpenSymbol</vt:lpstr>
      <vt:lpstr>Office Theme</vt:lpstr>
      <vt:lpstr>Сортировка выбором</vt:lpstr>
      <vt:lpstr>История возникновения</vt:lpstr>
      <vt:lpstr>Объяснение на пальцах</vt:lpstr>
      <vt:lpstr>Реализация</vt:lpstr>
      <vt:lpstr>Временная сложность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anon</cp:lastModifiedBy>
  <cp:revision>9</cp:revision>
  <dcterms:created xsi:type="dcterms:W3CDTF">2025-11-21T07:36:06Z</dcterms:created>
  <dcterms:modified xsi:type="dcterms:W3CDTF">2025-11-21T07:36:06Z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